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62343-ABDB-49F2-C310-2A4370CF8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0A98D-BEE9-A893-511F-4B0E87AF8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35DC2-02F1-E2E4-BF9A-EE469D855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D1257-092E-0DDA-BEBB-F98276E1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AE5E3-6CE2-B36C-657C-02384F942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840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6A5E-B1F4-3E88-BA33-199378BC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D74FF-1ED2-2F1C-9E36-24BAA22F1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2C3CA-99EC-1B13-FF7A-AAE38E38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3B83E-D333-5684-979D-6795A1CD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FBF16-A70C-9721-6DFF-B862F092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7367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FAF85-9719-EB47-802D-C7DD85579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DBCE7-A2BA-505F-A155-0D0ACC138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A658-8792-436A-E96A-8336FCD5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FDD41-3872-F79B-B1C1-0AA4D80E7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6B6F8-A930-31C2-11DF-2AFC3A6E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61367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A861-BF78-2B85-9310-FF659E45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B05E1-129E-95EA-5C00-27B5B820C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029B3-4037-8682-D470-64437018E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226C1-F15D-E9A9-8EFA-043FE9D7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E3D89-B349-0F08-1203-E47CEDE5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1D3AB-732A-AC4C-7350-B5028B37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0641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FFC0-9487-1D1A-4782-DDC84EC5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5EE09-724C-0A1D-740E-593B82625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56273-E117-8C16-FA34-36336E5AC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A19CB-57F8-9691-49BB-35013AA99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770C7-BE06-D687-143C-09FCA9EFCA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22D74A-1496-8245-AB73-C6234692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7A42F-37E6-531B-5E4A-57440DE0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ABAE20-21DD-B5A3-D012-B4656B3B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901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4707-CF87-1404-5901-6008737A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5FAE2B-1D74-EB82-5322-6DEAEE6B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04729-F044-BA66-46BA-8EA8D9FB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E6285-FE5A-EC3F-9BC6-D34BAE0F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9576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45146-92FC-B965-8FFC-1361ED2F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43EDB-2311-E4F0-9884-C2AC5D84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CA70B-644B-235B-8C77-C1E31D03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46197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0B7F-25A7-A41D-F2D1-F44202CF7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E6298-5054-3AA5-B2A3-AB9762D28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10183-F9BF-2678-12E5-CA4E3FDFD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B98E4-58CE-7E1D-BEC9-E92B1AFEE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03682-8CC3-AD2D-35A1-1F5BACEF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1761F-A302-129F-1030-BED63A9B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07905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A49B-21B4-1F2D-72BC-F0A36345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B69C11-E001-2791-3858-F5507BE7F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27DC0-C121-3C61-DFE0-F5C549EAA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19BEC-436F-CC48-D1D8-DAE4C0DB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7C135-C677-EA70-7637-FE3C70FD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D7900-A3FD-4C60-BAD3-CC188F30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3641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7F704-68B2-F79A-59E1-D95E7443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CBB1F1-A62E-F278-115F-985E11375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247FD-D44B-5D5D-7F69-3EFB4E8C1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7B17E-6B0D-616C-6111-207A9E148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5123A-80CB-00FD-F4E1-8862E9F8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07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00C80-8875-56EF-F6F4-6564F99BE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067B0F-0390-76D4-4E7F-6F4F3E283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7347F-554C-F965-0BF6-DD22A2176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B553B-9C9E-AF6C-0B12-FEDF9D04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CBF02-4423-DD7B-3690-7E02CD70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125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AE8F5-3213-4ACB-8375-7477EB18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32BC7-8943-4D0D-BC0D-B1C1C0009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645BB-412A-FDEE-2211-0DFEDD2DB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71642-58E5-CA41-B150-A6809CEA49FD}" type="datetimeFigureOut">
              <a:rPr lang="en-CN" smtClean="0"/>
              <a:t>2026/1/1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AA72C-4910-88D0-E2B3-AE3F150FE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C931-1466-B86A-2D15-25E9F4BFB4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B24A1-E0A0-6F41-BDBA-9C9ADD88702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591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43D9B4-4CC2-C6A9-AD42-1A214D6BB8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99683" y="-57815"/>
            <a:ext cx="12391366" cy="697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94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D648-EE67-B243-D40A-7C6FD111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BB013B-5352-6EBD-8A1B-487185E61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846" y="-236841"/>
            <a:ext cx="12287693" cy="733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376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玉燕 桂</dc:creator>
  <cp:lastModifiedBy>玉燕 桂</cp:lastModifiedBy>
  <cp:revision>1</cp:revision>
  <dcterms:created xsi:type="dcterms:W3CDTF">2026-01-01T01:17:56Z</dcterms:created>
  <dcterms:modified xsi:type="dcterms:W3CDTF">2026-01-01T01:19:53Z</dcterms:modified>
</cp:coreProperties>
</file>